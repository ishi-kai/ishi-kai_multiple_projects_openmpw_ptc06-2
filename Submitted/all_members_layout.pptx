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>
      <p:cViewPr varScale="1">
        <p:scale>
          <a:sx n="83" d="100"/>
          <a:sy n="83" d="100"/>
        </p:scale>
        <p:origin x="108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342DA2C4-B094-4B86-9045-6AA34CD7B848}"/>
    <pc:docChg chg="undo custSel modSld">
      <pc:chgData name="Noritsuna Imamura" userId="5b2da16fa1785921" providerId="LiveId" clId="{342DA2C4-B094-4B86-9045-6AA34CD7B848}" dt="2026-03-05T05:39:15.573" v="70" actId="14100"/>
      <pc:docMkLst>
        <pc:docMk/>
      </pc:docMkLst>
      <pc:sldChg chg="modSp mod">
        <pc:chgData name="Noritsuna Imamura" userId="5b2da16fa1785921" providerId="LiveId" clId="{342DA2C4-B094-4B86-9045-6AA34CD7B848}" dt="2026-03-05T05:39:15.573" v="70" actId="14100"/>
        <pc:sldMkLst>
          <pc:docMk/>
          <pc:sldMk cId="2151164813" sldId="257"/>
        </pc:sldMkLst>
        <pc:spChg chg="mod">
          <ac:chgData name="Noritsuna Imamura" userId="5b2da16fa1785921" providerId="LiveId" clId="{342DA2C4-B094-4B86-9045-6AA34CD7B848}" dt="2026-03-05T05:38:12.435" v="17" actId="14100"/>
          <ac:spMkLst>
            <pc:docMk/>
            <pc:sldMk cId="2151164813" sldId="257"/>
            <ac:spMk id="6" creationId="{D6904798-B6C0-FEC3-48BB-B4FD87304165}"/>
          </ac:spMkLst>
        </pc:spChg>
        <pc:spChg chg="mod">
          <ac:chgData name="Noritsuna Imamura" userId="5b2da16fa1785921" providerId="LiveId" clId="{342DA2C4-B094-4B86-9045-6AA34CD7B848}" dt="2026-03-05T05:36:57.592" v="3" actId="14100"/>
          <ac:spMkLst>
            <pc:docMk/>
            <pc:sldMk cId="2151164813" sldId="257"/>
            <ac:spMk id="7" creationId="{433C2068-6551-255B-A03B-981E6277069F}"/>
          </ac:spMkLst>
        </pc:spChg>
        <pc:spChg chg="mod">
          <ac:chgData name="Noritsuna Imamura" userId="5b2da16fa1785921" providerId="LiveId" clId="{342DA2C4-B094-4B86-9045-6AA34CD7B848}" dt="2026-03-05T05:39:15.573" v="70" actId="14100"/>
          <ac:spMkLst>
            <pc:docMk/>
            <pc:sldMk cId="2151164813" sldId="257"/>
            <ac:spMk id="17" creationId="{CDAF093A-1871-8F69-3BAF-EE844FA64FFB}"/>
          </ac:spMkLst>
        </pc:spChg>
        <pc:spChg chg="mod">
          <ac:chgData name="Noritsuna Imamura" userId="5b2da16fa1785921" providerId="LiveId" clId="{342DA2C4-B094-4B86-9045-6AA34CD7B848}" dt="2026-03-05T05:37:42.276" v="15" actId="14100"/>
          <ac:spMkLst>
            <pc:docMk/>
            <pc:sldMk cId="2151164813" sldId="257"/>
            <ac:spMk id="18" creationId="{3FC70A58-7F90-2852-AE75-81363DAC3CC6}"/>
          </ac:spMkLst>
        </pc:spChg>
        <pc:spChg chg="mod">
          <ac:chgData name="Noritsuna Imamura" userId="5b2da16fa1785921" providerId="LiveId" clId="{342DA2C4-B094-4B86-9045-6AA34CD7B848}" dt="2026-03-05T05:39:01.166" v="66" actId="14100"/>
          <ac:spMkLst>
            <pc:docMk/>
            <pc:sldMk cId="2151164813" sldId="257"/>
            <ac:spMk id="19" creationId="{43DE7EB4-7EE4-6829-6B02-6AB95DA3BC42}"/>
          </ac:spMkLst>
        </pc:spChg>
        <pc:spChg chg="mod">
          <ac:chgData name="Noritsuna Imamura" userId="5b2da16fa1785921" providerId="LiveId" clId="{342DA2C4-B094-4B86-9045-6AA34CD7B848}" dt="2026-03-05T05:36:50.154" v="1" actId="14100"/>
          <ac:spMkLst>
            <pc:docMk/>
            <pc:sldMk cId="2151164813" sldId="257"/>
            <ac:spMk id="23" creationId="{22C5C57E-C84A-1082-AFD6-61C4C1AA11DE}"/>
          </ac:spMkLst>
        </pc:spChg>
        <pc:spChg chg="mod">
          <ac:chgData name="Noritsuna Imamura" userId="5b2da16fa1785921" providerId="LiveId" clId="{342DA2C4-B094-4B86-9045-6AA34CD7B848}" dt="2026-03-05T05:37:08.122" v="6" actId="14100"/>
          <ac:spMkLst>
            <pc:docMk/>
            <pc:sldMk cId="2151164813" sldId="257"/>
            <ac:spMk id="25" creationId="{D110073B-4E75-692B-930B-A8522055F3BF}"/>
          </ac:spMkLst>
        </pc:spChg>
        <pc:spChg chg="mod">
          <ac:chgData name="Noritsuna Imamura" userId="5b2da16fa1785921" providerId="LiveId" clId="{342DA2C4-B094-4B86-9045-6AA34CD7B848}" dt="2026-03-05T05:37:34.857" v="13" actId="14100"/>
          <ac:spMkLst>
            <pc:docMk/>
            <pc:sldMk cId="2151164813" sldId="257"/>
            <ac:spMk id="26" creationId="{B117BD42-5049-438F-B3B2-C99D7E2D9BB6}"/>
          </ac:spMkLst>
        </pc:spChg>
        <pc:spChg chg="mod">
          <ac:chgData name="Noritsuna Imamura" userId="5b2da16fa1785921" providerId="LiveId" clId="{342DA2C4-B094-4B86-9045-6AA34CD7B848}" dt="2026-03-05T05:38:54.573" v="64" actId="14100"/>
          <ac:spMkLst>
            <pc:docMk/>
            <pc:sldMk cId="2151164813" sldId="257"/>
            <ac:spMk id="27" creationId="{FE4E8FFC-84D0-FF67-673D-8C51C9A7DADC}"/>
          </ac:spMkLst>
        </pc:spChg>
        <pc:spChg chg="mod">
          <ac:chgData name="Noritsuna Imamura" userId="5b2da16fa1785921" providerId="LiveId" clId="{342DA2C4-B094-4B86-9045-6AA34CD7B848}" dt="2026-03-05T05:38:57.971" v="65" actId="14100"/>
          <ac:spMkLst>
            <pc:docMk/>
            <pc:sldMk cId="2151164813" sldId="257"/>
            <ac:spMk id="28" creationId="{D2664EB4-D172-2BDC-8586-28DE4A04F5F1}"/>
          </ac:spMkLst>
        </pc:spChg>
        <pc:picChg chg="mod">
          <ac:chgData name="Noritsuna Imamura" userId="5b2da16fa1785921" providerId="LiveId" clId="{342DA2C4-B094-4B86-9045-6AA34CD7B848}" dt="2026-03-05T05:37:12.679" v="8" actId="1076"/>
          <ac:picMkLst>
            <pc:docMk/>
            <pc:sldMk cId="2151164813" sldId="257"/>
            <ac:picMk id="5" creationId="{BA8D9416-12F6-11B7-47AC-ADD236039D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418C30-A5EB-C28D-07F0-BABBDA69D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8AA548-AA3B-B697-A05E-73139C171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8AA391-34C5-5904-ED6C-C770E0AE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F6513D-A9DE-0F9F-FA67-2BD940FF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695EC-3C63-2078-8580-A39ECA89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92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335F4-F656-EEE7-A42C-ABF5B250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ED81EE-851A-155F-2014-93CA1D8F5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12AAEC-BDE3-A995-AAFA-B04FF5F5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876FD5-5D2A-EC47-C0AB-7E39C3A8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613335-CFDF-B373-EDCB-82D16252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44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76AFC7-F0BC-18D3-B1AE-996000B0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530529-A34F-2150-B4D1-B9B1EE169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C00195-2702-0058-AEDE-26F7F081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6CBAAC-1238-99AC-B09A-3E8E8249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00C3E8-ED40-4F37-006A-A99068EF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7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74E2A1-EFF0-114A-03ED-F6F0A183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17DE60-2D15-1367-63D3-D14BF9F35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D862D0-0BFC-9BF4-B1AE-75D738515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5D6953-E308-E50A-8243-26C76B4F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B5B454-9249-2B12-C56F-FB3D6D42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0D1F69-F04E-FAB5-2EA0-CC7B1E10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63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C371C2-588B-697C-E882-99A38825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8AB50D-A733-EFEC-F8D5-5F90ADC2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300262-978D-E075-90E2-6B4123870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82371D7-6045-9383-DC05-C962059F7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7D0229-175C-F876-1E08-E104AF6ED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E892C2A-9944-56EF-B7AD-81B682682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13C5C7-C5FC-7432-9D31-8D0A641C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6FC9C9-262B-DF30-8329-14405AAA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47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E99D7C-04C7-9EFE-021A-9F31EDC0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847471-243C-3DE9-22AF-E48FA1BD1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D70177-B16B-FB0E-0D38-DBEB1855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176478-8A92-8F27-9B1C-B7C9665F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305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B33245B-E944-E419-13AA-63292D29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332363-0878-A748-FC48-83E0EEAE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EADB4C-9CC6-F4F9-764B-49627711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74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7F4840-83C0-8980-F40F-3288E524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41E90D-068E-AF68-D392-A947C83AC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0302D1-C44B-4C28-CCE5-0B7931E5D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E13596-A06A-6D6B-98EC-53629327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3ADFB7-E96D-8AFE-9475-E26B24A1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FAB55F-6243-9483-48FF-3E1A6FCE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68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EEFA0-186E-D692-2AFF-FA4AC7F8F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F26600-4BA1-13D1-D961-01F744779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B73611-0E25-095E-C0DE-BFDE8EC1D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85F662-291D-6F98-7DB5-A02FA25D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B2CCA7-5ECC-2BD7-4246-5E731255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7A1AF9-7265-ADAC-4BB7-0F70445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114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B178D-0709-4AAB-3B25-93F0BD16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5B8B8B-5435-2011-B49C-13804E6FD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B97392-E387-D43A-EC7F-64A36F60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02EF25-F8EE-F2F8-1EE2-5C4706B6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DE31EF-8849-C5F0-69B6-CFF6C42A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67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2560EF-A8C9-D0D7-2A99-07166B07B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385F1F-4F7C-2727-9671-3928C811B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0A119-5339-CCA1-DE80-360A02C3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9EFEB5-4D38-9341-49DE-5E47B13F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B7C99E-775A-E809-038B-A04DE0FC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100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BA0401-3F54-B807-BAFB-F0BF8B94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8BC321-2B94-43D6-34A4-9E58B50D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932038-2215-574E-F7D9-CB187944A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53FBD2-6076-4FAC-9771-51767AF64FAC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01B230-C799-31B6-D6C4-5BF5F7A26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A277E5-5B9E-9369-3947-8E26D3D90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8CC93-C67E-4436-BD7D-A8DECB9C7C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39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3F682CB-B72C-85F5-2E13-FDF8DB342732}"/>
              </a:ext>
            </a:extLst>
          </p:cNvPr>
          <p:cNvSpPr/>
          <p:nvPr/>
        </p:nvSpPr>
        <p:spPr>
          <a:xfrm>
            <a:off x="1251553" y="-383129"/>
            <a:ext cx="10012425" cy="7345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BA8D9416-12F6-11B7-47AC-ADD236039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908" y="0"/>
            <a:ext cx="6866183" cy="6858000"/>
          </a:xfrm>
          <a:prstGeom prst="rect">
            <a:avLst/>
          </a:prstGeo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D6904798-B6C0-FEC3-48BB-B4FD87304165}"/>
              </a:ext>
            </a:extLst>
          </p:cNvPr>
          <p:cNvSpPr/>
          <p:nvPr/>
        </p:nvSpPr>
        <p:spPr>
          <a:xfrm>
            <a:off x="8843952" y="4492123"/>
            <a:ext cx="1865376" cy="749808"/>
          </a:xfrm>
          <a:prstGeom prst="wedgeRectCallout">
            <a:avLst>
              <a:gd name="adj1" fmla="val -81647"/>
              <a:gd name="adj2" fmla="val 3614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reodon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Inverter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433C2068-6551-255B-A03B-981E6277069F}"/>
              </a:ext>
            </a:extLst>
          </p:cNvPr>
          <p:cNvSpPr/>
          <p:nvPr/>
        </p:nvSpPr>
        <p:spPr>
          <a:xfrm>
            <a:off x="2308986" y="0"/>
            <a:ext cx="1865376" cy="749808"/>
          </a:xfrm>
          <a:prstGeom prst="wedgeRectCallout">
            <a:avLst>
              <a:gd name="adj1" fmla="val 57394"/>
              <a:gd name="adj2" fmla="val 11174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イチケン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</a:t>
            </a:r>
            <a:r>
              <a:rPr kumimoji="1" lang="ja-JP" altLang="en-US" dirty="0"/>
              <a:t>回路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E3EFAB4C-CF8F-E22E-4626-D0212ED91FAD}"/>
              </a:ext>
            </a:extLst>
          </p:cNvPr>
          <p:cNvSpPr/>
          <p:nvPr/>
        </p:nvSpPr>
        <p:spPr>
          <a:xfrm>
            <a:off x="4628255" y="3682847"/>
            <a:ext cx="1699259" cy="749808"/>
          </a:xfrm>
          <a:prstGeom prst="wedgeRectCallout">
            <a:avLst>
              <a:gd name="adj1" fmla="val 37784"/>
              <a:gd name="adj2" fmla="val 8071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ISHI</a:t>
            </a:r>
            <a:r>
              <a:rPr lang="ja-JP" altLang="en-US" dirty="0"/>
              <a:t>会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OPAMP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12251C8C-9E92-1867-1E9C-8F4D58DC6543}"/>
              </a:ext>
            </a:extLst>
          </p:cNvPr>
          <p:cNvSpPr/>
          <p:nvPr/>
        </p:nvSpPr>
        <p:spPr>
          <a:xfrm>
            <a:off x="8702219" y="-17521"/>
            <a:ext cx="1865376" cy="749808"/>
          </a:xfrm>
          <a:prstGeom prst="wedgeRectCallout">
            <a:avLst>
              <a:gd name="adj1" fmla="val -72686"/>
              <a:gd name="adj2" fmla="val 12809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Maehashi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CS</a:t>
            </a:r>
            <a:r>
              <a:rPr kumimoji="1" lang="ja-JP" altLang="en-US" dirty="0"/>
              <a:t>回路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935798A6-2E94-990B-7238-091094160023}"/>
              </a:ext>
            </a:extLst>
          </p:cNvPr>
          <p:cNvSpPr/>
          <p:nvPr/>
        </p:nvSpPr>
        <p:spPr>
          <a:xfrm>
            <a:off x="4386845" y="-17521"/>
            <a:ext cx="3619476" cy="749808"/>
          </a:xfrm>
          <a:prstGeom prst="wedgeRectCallout">
            <a:avLst>
              <a:gd name="adj1" fmla="val -11688"/>
              <a:gd name="adj2" fmla="val 12196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Yamazaki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OPAMP, </a:t>
            </a:r>
            <a:r>
              <a:rPr kumimoji="1" lang="ja-JP" altLang="en-US" dirty="0"/>
              <a:t>無限</a:t>
            </a:r>
            <a:r>
              <a:rPr kumimoji="1" lang="en-US" altLang="ja-JP" dirty="0"/>
              <a:t>ALU, Inverter</a:t>
            </a:r>
            <a:r>
              <a:rPr kumimoji="1" lang="ja-JP" altLang="en-US" dirty="0"/>
              <a:t>回路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3BFE8146-DD49-3B77-58F5-939747EBFB2F}"/>
              </a:ext>
            </a:extLst>
          </p:cNvPr>
          <p:cNvSpPr/>
          <p:nvPr/>
        </p:nvSpPr>
        <p:spPr>
          <a:xfrm>
            <a:off x="4386603" y="-17521"/>
            <a:ext cx="3619476" cy="749808"/>
          </a:xfrm>
          <a:prstGeom prst="wedgeRectCallout">
            <a:avLst>
              <a:gd name="adj1" fmla="val 47449"/>
              <a:gd name="adj2" fmla="val 10629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Yamazaki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OPAMP, </a:t>
            </a:r>
            <a:r>
              <a:rPr kumimoji="1" lang="ja-JP" altLang="en-US" dirty="0"/>
              <a:t>無限</a:t>
            </a:r>
            <a:r>
              <a:rPr kumimoji="1" lang="en-US" altLang="ja-JP" dirty="0"/>
              <a:t>ALU, Inverter</a:t>
            </a:r>
            <a:r>
              <a:rPr kumimoji="1" lang="ja-JP" altLang="en-US" dirty="0"/>
              <a:t>回路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7BE9E000-EA60-C864-1F32-1B1F1F350F1E}"/>
              </a:ext>
            </a:extLst>
          </p:cNvPr>
          <p:cNvSpPr/>
          <p:nvPr/>
        </p:nvSpPr>
        <p:spPr>
          <a:xfrm>
            <a:off x="4386724" y="-17521"/>
            <a:ext cx="3619476" cy="749808"/>
          </a:xfrm>
          <a:prstGeom prst="wedgeRectCallout">
            <a:avLst>
              <a:gd name="adj1" fmla="val 26278"/>
              <a:gd name="adj2" fmla="val 10220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Yamazaki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OPAMP, </a:t>
            </a:r>
            <a:r>
              <a:rPr kumimoji="1" lang="ja-JP" altLang="en-US" dirty="0"/>
              <a:t>無限</a:t>
            </a:r>
            <a:r>
              <a:rPr kumimoji="1" lang="en-US" altLang="ja-JP" dirty="0"/>
              <a:t>ALU, Inverter</a:t>
            </a:r>
            <a:r>
              <a:rPr kumimoji="1" lang="ja-JP" altLang="en-US" dirty="0"/>
              <a:t>回路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668EBFD9-BA1F-4F45-78C8-0DA023447C3E}"/>
              </a:ext>
            </a:extLst>
          </p:cNvPr>
          <p:cNvSpPr/>
          <p:nvPr/>
        </p:nvSpPr>
        <p:spPr>
          <a:xfrm>
            <a:off x="8808644" y="921755"/>
            <a:ext cx="1865376" cy="749808"/>
          </a:xfrm>
          <a:prstGeom prst="wedgeRectCallout">
            <a:avLst>
              <a:gd name="adj1" fmla="val -75972"/>
              <a:gd name="adj2" fmla="val 9539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XianDIY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</a:t>
            </a:r>
            <a:r>
              <a:rPr kumimoji="1" lang="ja-JP" altLang="en-US" dirty="0"/>
              <a:t>回路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CDAF093A-1871-8F69-3BAF-EE844FA64FFB}"/>
              </a:ext>
            </a:extLst>
          </p:cNvPr>
          <p:cNvSpPr/>
          <p:nvPr/>
        </p:nvSpPr>
        <p:spPr>
          <a:xfrm>
            <a:off x="8495237" y="5301400"/>
            <a:ext cx="2214092" cy="1491289"/>
          </a:xfrm>
          <a:prstGeom prst="wedgeRectCallout">
            <a:avLst>
              <a:gd name="adj1" fmla="val -69839"/>
              <a:gd name="adj2" fmla="val -3201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YutakaKOTANI</a:t>
            </a:r>
            <a:r>
              <a:rPr lang="ja-JP" altLang="en-US" dirty="0"/>
              <a:t>作</a:t>
            </a:r>
            <a:endParaRPr lang="en-US" altLang="ja-JP" dirty="0"/>
          </a:p>
          <a:p>
            <a:pPr algn="ctr"/>
            <a:r>
              <a:rPr lang="en-US" altLang="ja-JP" dirty="0"/>
              <a:t>aidera</a:t>
            </a:r>
            <a:r>
              <a:rPr lang="ja-JP" altLang="en-US" dirty="0"/>
              <a:t>作</a:t>
            </a:r>
            <a:endParaRPr lang="en-US" altLang="ja-JP" dirty="0"/>
          </a:p>
          <a:p>
            <a:pPr algn="ctr"/>
            <a:r>
              <a:rPr lang="en-US" altLang="ja-JP" dirty="0"/>
              <a:t>arstopia</a:t>
            </a:r>
            <a:r>
              <a:rPr lang="ja-JP" altLang="en-US" dirty="0"/>
              <a:t>作</a:t>
            </a:r>
            <a:endParaRPr lang="en-US" altLang="ja-JP" dirty="0"/>
          </a:p>
          <a:p>
            <a:pPr algn="ctr"/>
            <a:r>
              <a:rPr lang="en-US" altLang="ja-JP" dirty="0"/>
              <a:t>konikoni428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MUX+Inverter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  <p:sp>
        <p:nvSpPr>
          <p:cNvPr id="18" name="吹き出し: 四角形 17">
            <a:extLst>
              <a:ext uri="{FF2B5EF4-FFF2-40B4-BE49-F238E27FC236}">
                <a16:creationId xmlns:a16="http://schemas.microsoft.com/office/drawing/2014/main" id="{3FC70A58-7F90-2852-AE75-81363DAC3CC6}"/>
              </a:ext>
            </a:extLst>
          </p:cNvPr>
          <p:cNvSpPr/>
          <p:nvPr/>
        </p:nvSpPr>
        <p:spPr>
          <a:xfrm>
            <a:off x="2172921" y="4334968"/>
            <a:ext cx="1699259" cy="749808"/>
          </a:xfrm>
          <a:prstGeom prst="wedgeRectCallout">
            <a:avLst>
              <a:gd name="adj1" fmla="val 51671"/>
              <a:gd name="adj2" fmla="val 6541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Shishido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D-FF</a:t>
            </a:r>
            <a:r>
              <a:rPr kumimoji="1" lang="ja-JP" altLang="en-US" dirty="0"/>
              <a:t>回路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43DE7EB4-7EE4-6829-6B02-6AB95DA3BC42}"/>
              </a:ext>
            </a:extLst>
          </p:cNvPr>
          <p:cNvSpPr/>
          <p:nvPr/>
        </p:nvSpPr>
        <p:spPr>
          <a:xfrm>
            <a:off x="6368754" y="6047044"/>
            <a:ext cx="1865376" cy="749808"/>
          </a:xfrm>
          <a:prstGeom prst="wedgeRectCallout">
            <a:avLst>
              <a:gd name="adj1" fmla="val -17018"/>
              <a:gd name="adj2" fmla="val -10624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Yukiyama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Inverter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38BB061A-015A-716D-6A03-1548A217AD1B}"/>
              </a:ext>
            </a:extLst>
          </p:cNvPr>
          <p:cNvSpPr/>
          <p:nvPr/>
        </p:nvSpPr>
        <p:spPr>
          <a:xfrm>
            <a:off x="8808644" y="1874826"/>
            <a:ext cx="1865376" cy="749808"/>
          </a:xfrm>
          <a:prstGeom prst="wedgeRectCallout">
            <a:avLst>
              <a:gd name="adj1" fmla="val -69126"/>
              <a:gd name="adj2" fmla="val 3952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Foorest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</a:t>
            </a:r>
            <a:r>
              <a:rPr kumimoji="1" lang="ja-JP" altLang="en-US" dirty="0"/>
              <a:t>回路</a:t>
            </a: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4759F3CA-ABA9-F2B7-F25A-615E70727DFF}"/>
              </a:ext>
            </a:extLst>
          </p:cNvPr>
          <p:cNvSpPr/>
          <p:nvPr/>
        </p:nvSpPr>
        <p:spPr>
          <a:xfrm>
            <a:off x="8808644" y="2743571"/>
            <a:ext cx="1865376" cy="749808"/>
          </a:xfrm>
          <a:prstGeom prst="wedgeRectCallout">
            <a:avLst>
              <a:gd name="adj1" fmla="val -72138"/>
              <a:gd name="adj2" fmla="val 2589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dokunira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</a:t>
            </a:r>
            <a:r>
              <a:rPr kumimoji="1" lang="ja-JP" altLang="en-US" dirty="0"/>
              <a:t>回路</a:t>
            </a:r>
          </a:p>
        </p:txBody>
      </p:sp>
      <p:sp>
        <p:nvSpPr>
          <p:cNvPr id="22" name="吹き出し: 四角形 21">
            <a:extLst>
              <a:ext uri="{FF2B5EF4-FFF2-40B4-BE49-F238E27FC236}">
                <a16:creationId xmlns:a16="http://schemas.microsoft.com/office/drawing/2014/main" id="{4AE4C973-188D-735F-A999-AB379034FB83}"/>
              </a:ext>
            </a:extLst>
          </p:cNvPr>
          <p:cNvSpPr/>
          <p:nvPr/>
        </p:nvSpPr>
        <p:spPr>
          <a:xfrm>
            <a:off x="8808644" y="3682847"/>
            <a:ext cx="1865376" cy="749808"/>
          </a:xfrm>
          <a:prstGeom prst="wedgeRectCallout">
            <a:avLst>
              <a:gd name="adj1" fmla="val -72412"/>
              <a:gd name="adj2" fmla="val 5723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Masahiro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OPAMP</a:t>
            </a:r>
            <a:r>
              <a:rPr kumimoji="1" lang="ja-JP" altLang="en-US" dirty="0"/>
              <a:t>回路</a:t>
            </a:r>
          </a:p>
        </p:txBody>
      </p:sp>
      <p:sp>
        <p:nvSpPr>
          <p:cNvPr id="25" name="吹き出し: 四角形 24">
            <a:extLst>
              <a:ext uri="{FF2B5EF4-FFF2-40B4-BE49-F238E27FC236}">
                <a16:creationId xmlns:a16="http://schemas.microsoft.com/office/drawing/2014/main" id="{D110073B-4E75-692B-930B-A8522055F3BF}"/>
              </a:ext>
            </a:extLst>
          </p:cNvPr>
          <p:cNvSpPr/>
          <p:nvPr/>
        </p:nvSpPr>
        <p:spPr>
          <a:xfrm>
            <a:off x="2109760" y="2000709"/>
            <a:ext cx="1624751" cy="749808"/>
          </a:xfrm>
          <a:prstGeom prst="wedgeRectCallout">
            <a:avLst>
              <a:gd name="adj1" fmla="val 51445"/>
              <a:gd name="adj2" fmla="val 1131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Iijima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Inverter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  <p:sp>
        <p:nvSpPr>
          <p:cNvPr id="23" name="吹き出し: 四角形 22">
            <a:extLst>
              <a:ext uri="{FF2B5EF4-FFF2-40B4-BE49-F238E27FC236}">
                <a16:creationId xmlns:a16="http://schemas.microsoft.com/office/drawing/2014/main" id="{22C5C57E-C84A-1082-AFD6-61C4C1AA11DE}"/>
              </a:ext>
            </a:extLst>
          </p:cNvPr>
          <p:cNvSpPr/>
          <p:nvPr/>
        </p:nvSpPr>
        <p:spPr>
          <a:xfrm>
            <a:off x="4906540" y="2486503"/>
            <a:ext cx="2130951" cy="749808"/>
          </a:xfrm>
          <a:prstGeom prst="wedgeRectCallout">
            <a:avLst>
              <a:gd name="adj1" fmla="val -73907"/>
              <a:gd name="adj2" fmla="val 11787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Iijima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Analog2Timer</a:t>
            </a:r>
            <a:r>
              <a:rPr kumimoji="1" lang="ja-JP" altLang="en-US" dirty="0"/>
              <a:t>回路</a:t>
            </a:r>
          </a:p>
        </p:txBody>
      </p:sp>
      <p:sp>
        <p:nvSpPr>
          <p:cNvPr id="26" name="吹き出し: 四角形 25">
            <a:extLst>
              <a:ext uri="{FF2B5EF4-FFF2-40B4-BE49-F238E27FC236}">
                <a16:creationId xmlns:a16="http://schemas.microsoft.com/office/drawing/2014/main" id="{B117BD42-5049-438F-B3B2-C99D7E2D9BB6}"/>
              </a:ext>
            </a:extLst>
          </p:cNvPr>
          <p:cNvSpPr/>
          <p:nvPr/>
        </p:nvSpPr>
        <p:spPr>
          <a:xfrm>
            <a:off x="2172921" y="5221580"/>
            <a:ext cx="1681902" cy="749808"/>
          </a:xfrm>
          <a:prstGeom prst="wedgeRectCallout">
            <a:avLst>
              <a:gd name="adj1" fmla="val 80399"/>
              <a:gd name="adj2" fmla="val 137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Shishido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NAND</a:t>
            </a:r>
            <a:r>
              <a:rPr kumimoji="1" lang="ja-JP" altLang="en-US" dirty="0"/>
              <a:t>回路</a:t>
            </a:r>
          </a:p>
        </p:txBody>
      </p:sp>
      <p:sp>
        <p:nvSpPr>
          <p:cNvPr id="27" name="吹き出し: 四角形 26">
            <a:extLst>
              <a:ext uri="{FF2B5EF4-FFF2-40B4-BE49-F238E27FC236}">
                <a16:creationId xmlns:a16="http://schemas.microsoft.com/office/drawing/2014/main" id="{FE4E8FFC-84D0-FF67-673D-8C51C9A7DADC}"/>
              </a:ext>
            </a:extLst>
          </p:cNvPr>
          <p:cNvSpPr/>
          <p:nvPr/>
        </p:nvSpPr>
        <p:spPr>
          <a:xfrm>
            <a:off x="2490214" y="6057529"/>
            <a:ext cx="1865376" cy="749808"/>
          </a:xfrm>
          <a:prstGeom prst="wedgeRectCallout">
            <a:avLst>
              <a:gd name="adj1" fmla="val 102382"/>
              <a:gd name="adj2" fmla="val -11169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Liuyi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Inverter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  <p:sp>
        <p:nvSpPr>
          <p:cNvPr id="28" name="吹き出し: 四角形 27">
            <a:extLst>
              <a:ext uri="{FF2B5EF4-FFF2-40B4-BE49-F238E27FC236}">
                <a16:creationId xmlns:a16="http://schemas.microsoft.com/office/drawing/2014/main" id="{D2664EB4-D172-2BDC-8586-28DE4A04F5F1}"/>
              </a:ext>
            </a:extLst>
          </p:cNvPr>
          <p:cNvSpPr/>
          <p:nvPr/>
        </p:nvSpPr>
        <p:spPr>
          <a:xfrm>
            <a:off x="4429484" y="6047044"/>
            <a:ext cx="1865376" cy="749808"/>
          </a:xfrm>
          <a:prstGeom prst="wedgeRectCallout">
            <a:avLst>
              <a:gd name="adj1" fmla="val 43229"/>
              <a:gd name="adj2" fmla="val -10352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Yasuike</a:t>
            </a:r>
            <a:r>
              <a:rPr kumimoji="1" lang="ja-JP" altLang="en-US" dirty="0"/>
              <a:t>作</a:t>
            </a:r>
            <a:endParaRPr kumimoji="1" lang="en-US" altLang="ja-JP" dirty="0"/>
          </a:p>
          <a:p>
            <a:pPr algn="ctr"/>
            <a:r>
              <a:rPr lang="en-US" altLang="ja-JP" dirty="0"/>
              <a:t>Inverter</a:t>
            </a:r>
            <a:r>
              <a:rPr lang="ja-JP" altLang="en-US" dirty="0"/>
              <a:t>回路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51164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98</Words>
  <Application>Microsoft Office PowerPoint</Application>
  <PresentationFormat>ワイド画面</PresentationFormat>
  <Paragraphs>41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Noritsuna Imamura</dc:creator>
  <cp:lastModifiedBy>Noritsuna Imamura</cp:lastModifiedBy>
  <cp:revision>3</cp:revision>
  <dcterms:created xsi:type="dcterms:W3CDTF">2024-08-08T08:28:48Z</dcterms:created>
  <dcterms:modified xsi:type="dcterms:W3CDTF">2026-03-05T05:39:19Z</dcterms:modified>
</cp:coreProperties>
</file>